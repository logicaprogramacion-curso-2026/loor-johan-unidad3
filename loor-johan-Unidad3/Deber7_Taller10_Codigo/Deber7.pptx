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consolata"/>
      <p:regular r:id="rId201314"/>
    </p:embeddedFont>
    <p:embeddedFont>
      <p:font typeface="Inconsolata Black"/>
      <p:regular r:id="rId201315"/>
    </p:embeddedFont>
    <p:embeddedFont>
      <p:font typeface="Inconsolata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772989"/>
            <a:ext cx="1813471" cy="215354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815480"/>
            <a:ext cx="210056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LÓGICA DE PROGRAMACIÓN · UIDE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04504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Sistema de IA Formativa Docente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14362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Algoritmo local en Python para evaluación pedagógica autónoma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1527"/>
            <a:ext cx="584448" cy="201885"/>
          </a:xfrm>
          <a:prstGeom prst="roundRect">
            <a:avLst>
              <a:gd name="adj" fmla="val 2831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816" y="471339"/>
            <a:ext cx="882253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OBJETIVO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83196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¿Qué hace el sistema?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40297"/>
            <a:ext cx="5185172" cy="291665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9984" y="1429569"/>
            <a:ext cx="199355" cy="1993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2100" y="1425476"/>
            <a:ext cx="221047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Evalúa actividades docentes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42100" y="1965424"/>
            <a:ext cx="221047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Analiza prácticas pedagógicas en 3 dimensiones clave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9984" y="2630612"/>
            <a:ext cx="199355" cy="1993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42100" y="2626519"/>
            <a:ext cx="22104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Sin APIs externas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442100" y="2958778"/>
            <a:ext cx="221047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Algoritmo 100% local, sin claves ni conexión a LLMs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9984" y="3623965"/>
            <a:ext cx="199355" cy="1993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42100" y="3619872"/>
            <a:ext cx="221047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Retroalimentación formativa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442100" y="4159821"/>
            <a:ext cx="221047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 informes accionables para el docente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84374"/>
            <a:ext cx="1246808" cy="215354"/>
          </a:xfrm>
          <a:prstGeom prst="roundRect">
            <a:avLst>
              <a:gd name="adj" fmla="val 2654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1226865"/>
            <a:ext cx="153389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ÁREAS DE EVALUACIÓN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5643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Las 3 Dimensiones Pedagógicas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2112020"/>
            <a:ext cx="2622724" cy="1847031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2640" y="2258541"/>
            <a:ext cx="425276" cy="425276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375446"/>
            <a:ext cx="191319" cy="1913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2640" y="282557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Empoderamiento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2640" y="3132088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Autonomía, liderazgo y rol activo del docente en el proceso educativo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0601" y="2112020"/>
            <a:ext cx="2622724" cy="1847031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07122" y="2258541"/>
            <a:ext cx="425276" cy="425276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375446"/>
            <a:ext cx="191319" cy="1913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7122" y="282557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Recursos Digitales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07122" y="3132088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Uso, selección e integración de herramientas tecnológicas en el aula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25083" y="2112020"/>
            <a:ext cx="2622724" cy="1847031"/>
          </a:xfrm>
          <a:prstGeom prst="roundRect">
            <a:avLst>
              <a:gd name="adj" fmla="val 30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7780" dir="2700000">
              <a:srgbClr val="151617">
                <a:alpha val="10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1605" y="2258541"/>
            <a:ext cx="425276" cy="425276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375446"/>
            <a:ext cx="191319" cy="1913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1605" y="2825576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Evaluación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71605" y="3132088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Diseño de instrumentos, criterios de valoración y retroalimentación al estudiante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64121"/>
            <a:ext cx="1303437" cy="215354"/>
          </a:xfrm>
          <a:prstGeom prst="roundRect">
            <a:avLst>
              <a:gd name="adj" fmla="val 2654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06611"/>
            <a:ext cx="159052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ARQUITECTURA TÉCNICA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61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Flujo del Algoritmo en Python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391766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604065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Informe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6456" y="3604065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Puntuación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604065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604065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Entrada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5249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El script procesa la información mediante reglas heurísticas predefinidas, sin modelos de lenguaje externos.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683716"/>
            <a:ext cx="736774" cy="215354"/>
          </a:xfrm>
          <a:prstGeom prst="roundRect">
            <a:avLst>
              <a:gd name="adj" fmla="val 2654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10174" y="726207"/>
            <a:ext cx="102386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CONCLUSIÓN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95577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Valor del Proyecto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11362"/>
            <a:ext cx="4722763" cy="854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2127" y="1772171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Accesible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162127" y="2078682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Funciona sin internet ni suscripciones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08064"/>
            <a:ext cx="4722763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62127" y="2768873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Transparente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162127" y="3075384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Reglas visibles y auditables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604766"/>
            <a:ext cx="4722763" cy="854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62127" y="3765575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Escalable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162127" y="4072086"/>
            <a:ext cx="43249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Base para integrar LLMs en el futuro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2026-08-13T14:47:08Z</dcterms:created>
  <dcterms:modified xsi:type="dcterms:W3CDTF">2026-08-13T14:47:08Z</dcterms:modified>
</cp:coreProperties>
</file>