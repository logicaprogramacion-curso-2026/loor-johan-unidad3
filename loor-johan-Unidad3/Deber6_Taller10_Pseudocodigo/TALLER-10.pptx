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Manrope"/>
      <p:regular r:id="rId201314"/>
    </p:embeddedFont>
    <p:embeddedFont>
      <p:font typeface="Manrope Bold"/>
      <p:regular r:id="rId201315"/>
    </p:embeddedFont>
    <p:embeddedFont>
      <p:font typeface="Prata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4310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TALLER 10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868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propuesta clara para transformar nuestra forma de trabajar.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84971"/>
            <a:ext cx="1242492" cy="215354"/>
          </a:xfrm>
          <a:prstGeom prst="roundRect">
            <a:avLst>
              <a:gd name="adj" fmla="val 7900"/>
            </a:avLst>
          </a:prstGeom>
          <a:solidFill>
            <a:srgbClr val="391F13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027462"/>
            <a:ext cx="15295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EQUIPO DE TRABAJO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1974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El Problema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75333"/>
            <a:ext cx="4722763" cy="8549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636142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Desafío clave 1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33127" y="1942654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Descripción breve del primer reto o punto de dolor actual.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72035"/>
            <a:ext cx="4722763" cy="8549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127" y="2632844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Desafío clave 2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3127" y="2939355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Descripción breve del segundo reto o punto de dolor actual.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468737"/>
            <a:ext cx="4722763" cy="8549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3629546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Desafío clave 3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33127" y="3936057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Descripción breve del tercer reto o punto de dolor actual.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396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 Solución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00473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10931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Pilar 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41582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Acción concreta que aborda el primer desafío de forma directa.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000473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310931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Pilar 2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41582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Acción concreta que aborda el segundo desafío de forma directa.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000473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310931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Pilar 3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41582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Acción concreta que aborda el tercer desafío de forma directa.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31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Beneficios Esperados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129656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404245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2271415"/>
            <a:ext cx="425276" cy="42527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2388319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838450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Ventaja principal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3144962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 medible y tangible que el equipo obtendrá.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2129656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404245"/>
          </a:solidFill>
          <a:ln/>
        </p:spPr>
      </p:sp>
      <p:sp>
        <p:nvSpPr>
          <p:cNvPr id="9" name="Shape 6"/>
          <p:cNvSpPr/>
          <p:nvPr/>
        </p:nvSpPr>
        <p:spPr>
          <a:xfrm>
            <a:off x="3402360" y="2271415"/>
            <a:ext cx="425276" cy="42527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2388319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838450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Ventaja principal 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3144962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 medible y tangible que el equipo obtendrá.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2129656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404245"/>
          </a:solidFill>
          <a:ln/>
        </p:spPr>
      </p:sp>
      <p:sp>
        <p:nvSpPr>
          <p:cNvPr id="14" name="Shape 10"/>
          <p:cNvSpPr/>
          <p:nvPr/>
        </p:nvSpPr>
        <p:spPr>
          <a:xfrm>
            <a:off x="6166842" y="2271415"/>
            <a:ext cx="425276" cy="42527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2388319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838450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Ventaja principal 3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3144962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 medible y tangible que el equipo obtendrá.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2598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Próximos Pasos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8157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1603474"/>
            <a:ext cx="2290465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712416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Acción inmediata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018928"/>
            <a:ext cx="22904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Responsable y plazo concreto para ejecutar esta semana.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8342" y="138157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1603474"/>
            <a:ext cx="2290539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0" name="Text 7"/>
          <p:cNvSpPr/>
          <p:nvPr/>
        </p:nvSpPr>
        <p:spPr>
          <a:xfrm>
            <a:off x="2928342" y="1712416"/>
            <a:ext cx="22905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Acción inmediata 2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28342" y="2018928"/>
            <a:ext cx="22905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Responsable y plazo concreto para ejecutar esta semana.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272057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2942481"/>
            <a:ext cx="4722763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3051423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Acción inmediata 3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6119" y="335793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Responsable y plazo concreto para ejecutar esta semana.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6119" y="3850481"/>
            <a:ext cx="4722763" cy="566961"/>
          </a:xfrm>
          <a:prstGeom prst="roundRect">
            <a:avLst>
              <a:gd name="adj" fmla="val 3751"/>
            </a:avLst>
          </a:prstGeom>
          <a:solidFill>
            <a:srgbClr val="5F342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4051250"/>
            <a:ext cx="177180" cy="14175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56816" y="4027661"/>
            <a:ext cx="4577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¿Preguntas? Abrimos turno de debate al finalizar.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2026-08-11T17:44:09Z</dcterms:created>
  <dcterms:modified xsi:type="dcterms:W3CDTF">2026-08-11T17:44:09Z</dcterms:modified>
</cp:coreProperties>
</file>